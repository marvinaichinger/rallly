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5" r:id="rId9"/>
    <p:sldId id="260" r:id="rId10"/>
    <p:sldId id="266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E7610-AACD-2CEC-09A9-A3178360B416}" v="15" dt="2026-06-26T13:04:23.251"/>
    <p1510:client id="{2182A770-8494-46A9-95D2-C0D9C06F1FEC}" v="1378" dt="2026-06-26T15:45:44.626"/>
    <p1510:client id="{D29867FE-AF5F-4F22-8522-80509582083B}" v="113" dt="2026-06-26T15:21:09.6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5C699-4764-4DCC-8C70-ADF559695070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ADE0E6-5942-452C-BE51-FC0C895E39F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761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npx</a:t>
            </a:r>
            <a:r>
              <a:rPr lang="en-US" dirty="0"/>
              <a:t> </a:t>
            </a:r>
            <a:r>
              <a:rPr lang="en-US" dirty="0" err="1"/>
              <a:t>dotenv</a:t>
            </a:r>
            <a:r>
              <a:rPr lang="en-US" dirty="0"/>
              <a:t> -e .</a:t>
            </a:r>
            <a:r>
              <a:rPr lang="en-US" dirty="0" err="1"/>
              <a:t>env.test</a:t>
            </a:r>
            <a:r>
              <a:rPr lang="en-US" dirty="0"/>
              <a:t> -- </a:t>
            </a:r>
            <a:r>
              <a:rPr lang="en-US" dirty="0" err="1"/>
              <a:t>pnpm</a:t>
            </a:r>
            <a:r>
              <a:rPr lang="en-US" dirty="0"/>
              <a:t> dev</a:t>
            </a:r>
          </a:p>
          <a:p>
            <a:r>
              <a:rPr lang="en-US" dirty="0"/>
              <a:t>cd "C:\Users\doria\Desktop\FH\80 WAT\</a:t>
            </a:r>
            <a:r>
              <a:rPr lang="en-US" dirty="0" err="1"/>
              <a:t>rallly</a:t>
            </a:r>
            <a:r>
              <a:rPr lang="en-US" dirty="0"/>
              <a:t>\apps\web\tests\tests-</a:t>
            </a:r>
            <a:r>
              <a:rPr lang="en-US" dirty="0" err="1"/>
              <a:t>toth</a:t>
            </a:r>
            <a:r>
              <a:rPr lang="en-US" dirty="0"/>
              <a:t>-</a:t>
            </a:r>
            <a:r>
              <a:rPr lang="en-US" dirty="0" err="1"/>
              <a:t>dorian</a:t>
            </a:r>
            <a:r>
              <a:rPr lang="en-US" dirty="0"/>
              <a:t>\last-test"</a:t>
            </a:r>
            <a:endParaRPr lang="de-AT" dirty="0"/>
          </a:p>
          <a:p>
            <a:r>
              <a:rPr lang="de-AT" dirty="0"/>
              <a:t>k6 </a:t>
            </a:r>
            <a:r>
              <a:rPr lang="de-AT" dirty="0" err="1"/>
              <a:t>run</a:t>
            </a:r>
            <a:r>
              <a:rPr lang="de-AT" dirty="0"/>
              <a:t> load-test.js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ADE0E6-5942-452C-BE51-FC0C895E39F2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5887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E09B63-9A24-3D8A-FD7D-F8E376B10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4D3447-5FF8-7A34-F90A-9F985EF1F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78A475-1F09-1CDC-7308-16D84585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A579B9-2CD4-6156-30F4-0F63613A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7BA6D3-65B3-96BA-237E-46F8E7F4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1878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C716C4-3354-746C-C710-1523B5CD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97797A-55F1-93FA-260F-A81BE6D16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45E511-60FA-ED52-E068-0ED01618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E9F9A6-AD45-E4AD-E04A-BF1790F34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5FBF40-F6DD-76A5-A2EC-48817896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3270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2848C-A193-FB36-A02E-CD6A2B02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87C36B-589B-CF04-1FAD-8B80A28C6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730D313-DC9D-C7CB-F356-F6DB085E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E58484-E9E1-C9C9-5FCE-45A83C334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E12B9F-FF6C-653C-93BC-AB502868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7978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ED0E6E-852C-59F8-CB77-70EF7AD0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843582-3B70-46C3-6717-4FA32890E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5E6E8AA-97D8-387C-4277-E1A305378C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561BC9-58D8-7E65-5343-DE7F62751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A73665-4F26-7ABB-0687-6A8F23B4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B58AC4-D7CF-8E37-AC93-494864C12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280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3C4E5D-0DC0-E6FC-1DE0-6DFB5E70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0250A2-6C41-8698-F648-CAE43C0BE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57EFFC-8005-DB83-86C1-251BAEA57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983243B-073B-A700-C8CF-52C25455C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63391AB-8164-E182-536A-50B964788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933BE34-458A-3750-187E-1B3C3551C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807504-97E3-71FC-4CE3-CB38286EB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4E93B60-DD07-406F-A6C5-8FDE87F97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8254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74FD8-E1EB-76E4-58D2-6166A8379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A1398D-E6A7-0BE5-BB9D-A8661588C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C146B7-5317-89E4-064F-D0880032C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B6ABA34-7001-7374-11AB-3CD3DFD5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60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FED8A6-69D5-EC50-9619-FC968151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865836-989C-434E-32E2-B1B143897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8B369F0-8E5E-776F-5988-4F3025C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764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800D5-8708-B808-3A3A-F7935E02C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49B2D6-9903-887D-5267-AE12D828A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0273636-14EC-FBB5-E45A-35007A181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DB3AAC-4E98-5A15-BA34-EAD65C863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DBE5C7-C05C-34F0-0E4B-EF014146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C3D74-4F7E-B78C-B6C4-5FA12EFA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696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91BA6-B73E-D0FC-0767-302A3ED59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37B7E98-40FB-A816-7A31-FD64422D1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3AA028-D797-06F1-46B2-F591FB76B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5B61308-7818-9DE9-B9A6-47DD13E9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B53F06-123B-DD8B-2875-06C0C806C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DDCB74-C4FA-76B7-C41C-2B5314DE2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0454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F4314C-30F0-9B7A-8FF5-10D2B12D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2388B7-86BC-A49C-6EC4-9805534AE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A8DF51-B98A-400C-753B-79E6E68E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2D3162-7DBD-32CE-5876-967F2561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8D240A-9EF4-824A-BF31-1630445E2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813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0E52E4E-050A-66C4-8B6D-9D871D9E8E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D8FED0-73DB-A0EC-72B2-194043C69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5A65F6-F201-6D01-3208-D397A6EA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A88E74-69ED-7F8D-071D-ACE2FD2B6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732558-7FBC-CD5C-E9E4-2A9C10AB8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4024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9F2C77D-33F6-AFC0-C000-7ADB4BAD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770C57-758B-0F83-8CDB-E3D239E1B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6E646F-235E-3A6B-AA91-599DEF9E1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4917A-A6C1-4F93-8B51-309E57AA6A63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14D3D1-F64D-1138-1F55-2DE936B98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9E9D7-2033-CF89-79F3-E32E80CCD2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59905-697D-494F-9382-B7A684B4561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7586FFAE-4898-1A5B-ECD6-D2649E1F9444}"/>
              </a:ext>
            </a:extLst>
          </p:cNvPr>
          <p:cNvSpPr/>
          <p:nvPr userDrawn="1"/>
        </p:nvSpPr>
        <p:spPr>
          <a:xfrm>
            <a:off x="0" y="6508955"/>
            <a:ext cx="12192000" cy="34904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/>
          </a:p>
        </p:txBody>
      </p:sp>
    </p:spTree>
    <p:extLst>
      <p:ext uri="{BB962C8B-B14F-4D97-AF65-F5344CB8AC3E}">
        <p14:creationId xmlns:p14="http://schemas.microsoft.com/office/powerpoint/2010/main" val="383150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20A70BBD-2267-5453-F6A1-74A3C5BEA7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AT" noProof="0"/>
              <a:t>Web </a:t>
            </a:r>
            <a:r>
              <a:rPr lang="de-AT" noProof="0" err="1"/>
              <a:t>Application</a:t>
            </a:r>
            <a:r>
              <a:rPr lang="de-AT" noProof="0"/>
              <a:t> </a:t>
            </a:r>
            <a:r>
              <a:rPr lang="de-AT" noProof="0" err="1"/>
              <a:t>Testing</a:t>
            </a:r>
            <a:endParaRPr lang="de-AT" noProof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AT" sz="1200" noProof="0"/>
              <a:t>Toth Dorian, Aichinger Marvin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A4160B9-B421-4224-5B46-C5FE02ED9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19234" y="2212258"/>
            <a:ext cx="6556888" cy="1216742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1196F4B-A933-A6B4-6783-901F2DF9EC6C}"/>
              </a:ext>
            </a:extLst>
          </p:cNvPr>
          <p:cNvSpPr/>
          <p:nvPr/>
        </p:nvSpPr>
        <p:spPr>
          <a:xfrm>
            <a:off x="0" y="6508955"/>
            <a:ext cx="12192000" cy="34904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noProof="0"/>
          </a:p>
        </p:txBody>
      </p:sp>
    </p:spTree>
    <p:extLst>
      <p:ext uri="{BB962C8B-B14F-4D97-AF65-F5344CB8AC3E}">
        <p14:creationId xmlns:p14="http://schemas.microsoft.com/office/powerpoint/2010/main" val="300440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B99D7-FFDB-CB0F-1CCB-734D59CB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noProof="0"/>
              <a:t>Was ist </a:t>
            </a:r>
            <a:r>
              <a:rPr lang="de-AT" noProof="0" err="1"/>
              <a:t>Rallly</a:t>
            </a:r>
            <a:r>
              <a:rPr lang="de-AT" noProof="0"/>
              <a:t>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EE606-A1CD-1A4A-6370-53D56704A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noProof="0"/>
              <a:t>Open-source </a:t>
            </a:r>
            <a:r>
              <a:rPr lang="de-AT" noProof="0" err="1"/>
              <a:t>Terminplanungs</a:t>
            </a:r>
            <a:r>
              <a:rPr lang="de-AT" noProof="0"/>
              <a:t> Tool um das passende Datum für Termin und Meetings zu finden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noProof="0" err="1"/>
              <a:t>Build</a:t>
            </a:r>
            <a:r>
              <a:rPr lang="de-AT" noProof="0"/>
              <a:t> </a:t>
            </a:r>
            <a:r>
              <a:rPr lang="de-AT" noProof="0" err="1"/>
              <a:t>with</a:t>
            </a:r>
            <a:r>
              <a:rPr lang="de-AT" noProof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AT" noProof="0"/>
              <a:t>Next.js, Prisma, </a:t>
            </a:r>
            <a:r>
              <a:rPr lang="de-AT" noProof="0" err="1"/>
              <a:t>tRPC</a:t>
            </a:r>
            <a:r>
              <a:rPr lang="de-AT" noProof="0"/>
              <a:t>, </a:t>
            </a:r>
            <a:r>
              <a:rPr lang="de-AT" noProof="0" err="1"/>
              <a:t>TailwindCSS</a:t>
            </a:r>
            <a:endParaRPr lang="de-AT" noProof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noProof="0"/>
              <a:t>Tests wurden mit </a:t>
            </a:r>
            <a:r>
              <a:rPr lang="de-AT" noProof="0" err="1"/>
              <a:t>Playwright</a:t>
            </a:r>
            <a:r>
              <a:rPr lang="de-AT" noProof="0"/>
              <a:t> und VITEST geschrieben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6AE1312-0638-CD28-D7DF-18D367FA1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536" y="1722442"/>
            <a:ext cx="6891009" cy="322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82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6D45E9A8-C939-A916-0511-D7CDF3FDB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971071" cy="3160281"/>
          </a:xfrm>
          <a:prstGeom prst="rect">
            <a:avLst/>
          </a:prstGeom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682C1F04-CC84-C587-1EF3-46DF7D739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err="1"/>
              <a:t>Application</a:t>
            </a:r>
            <a:r>
              <a:rPr lang="de-AT"/>
              <a:t> </a:t>
            </a:r>
            <a:r>
              <a:rPr lang="de-AT" err="1"/>
              <a:t>Overview</a:t>
            </a:r>
            <a:endParaRPr lang="de-AT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94C5951-FF01-3218-C1F9-389B51416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3735" y="2876881"/>
            <a:ext cx="7325032" cy="329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5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>
            <a:extLst>
              <a:ext uri="{FF2B5EF4-FFF2-40B4-BE49-F238E27FC236}">
                <a16:creationId xmlns:a16="http://schemas.microsoft.com/office/drawing/2014/main" id="{804C113B-E4C1-225C-FE1A-8D484F806F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979" y="2845642"/>
            <a:ext cx="7354568" cy="340424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CF38BE3-E1D1-FD60-44F3-127B6ED13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Unit Test – Marvin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9AE883-B5FD-1C3D-6255-A4A7FC4FE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/>
              <a:t>Geschrieben in VITEST</a:t>
            </a:r>
          </a:p>
          <a:p>
            <a:endParaRPr lang="de-AT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248CCE-5E18-7333-F2A6-724ED9327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263" y="1208933"/>
            <a:ext cx="6834904" cy="356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681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654D20-BE81-D11E-2F75-73102735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Unit Test – Dorian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1CD3117-3687-7831-E5F8-DAFB2BF05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165" y="2045262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/>
              <a:t>Geschrieben in JEST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/>
              <a:t>Wurden die Units „</a:t>
            </a:r>
            <a:r>
              <a:rPr lang="de-AT" err="1"/>
              <a:t>is</a:t>
            </a:r>
            <a:r>
              <a:rPr lang="de-AT"/>
              <a:t> valid </a:t>
            </a:r>
            <a:r>
              <a:rPr lang="de-AT" err="1"/>
              <a:t>name</a:t>
            </a:r>
            <a:r>
              <a:rPr lang="de-AT"/>
              <a:t>“ und „</a:t>
            </a:r>
            <a:r>
              <a:rPr lang="de-AT" err="1"/>
              <a:t>is</a:t>
            </a:r>
            <a:r>
              <a:rPr lang="de-AT"/>
              <a:t> </a:t>
            </a:r>
            <a:r>
              <a:rPr lang="de-AT" err="1"/>
              <a:t>business</a:t>
            </a:r>
            <a:r>
              <a:rPr lang="de-AT"/>
              <a:t> email“ getestet</a:t>
            </a:r>
          </a:p>
          <a:p>
            <a:endParaRPr lang="de-AT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E713D63-0418-4F18-58D9-09ECCA0D2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370" y="3180080"/>
            <a:ext cx="4573905" cy="289068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75E4A70-A3E9-A83C-E89D-940EC72C1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97" y="170853"/>
            <a:ext cx="4697149" cy="4123453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01F0D1E4-916E-BD92-DD0A-DDC53168E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820" y="4625420"/>
            <a:ext cx="5772956" cy="17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8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0BA7F-A7F1-2912-AA99-6E2363834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9F81E0-2C14-4199-B180-78FF2080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Integration Test von Marvin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AFE52DC-8B40-56B7-79F4-71506B5E3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535" y="1257300"/>
            <a:ext cx="6436677" cy="468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667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FA3D-0D5C-0811-6284-4085EACFE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78E44E-BAC9-70CA-4195-D080B1AD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Integration Test von Dorian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B41542-9124-28A4-D603-7D29FD0DD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/>
              <a:t>Geschrieben in JEST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err="1"/>
              <a:t>Getest</a:t>
            </a:r>
            <a:r>
              <a:rPr lang="de-AT"/>
              <a:t> </a:t>
            </a:r>
            <a:r>
              <a:rPr lang="de-AT" err="1"/>
              <a:t>Endpoint</a:t>
            </a:r>
            <a:r>
              <a:rPr lang="de-AT"/>
              <a:t> Time-Slot</a:t>
            </a:r>
          </a:p>
          <a:p>
            <a:endParaRPr lang="de-AT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F88E5EA-F832-F6E6-7956-89D8D8F95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045" y="140865"/>
            <a:ext cx="3185931" cy="671713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1C8195F-9F18-51FC-5560-D4A0B76D1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57" y="3096041"/>
            <a:ext cx="3185932" cy="376195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D6991B78-9C01-0DDA-EEAF-8187FC14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456" y="118699"/>
            <a:ext cx="3932236" cy="662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04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71D337-E87C-0535-786E-7E961B351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E2E Tests von Marvin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D37FBE3-C3DA-A1EC-3BD2-8433A27FE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9" y="1690688"/>
            <a:ext cx="6887286" cy="393290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A5492798-98ED-C57B-9FEC-274FD7DC37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418" y="2094270"/>
            <a:ext cx="2870260" cy="302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32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973B-9F1A-8D62-6F5D-54DA814D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52DB54-85B1-A161-011B-B02EF0C2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7" y="-551589"/>
            <a:ext cx="3932237" cy="1600200"/>
          </a:xfrm>
        </p:spPr>
        <p:txBody>
          <a:bodyPr/>
          <a:lstStyle/>
          <a:p>
            <a:r>
              <a:rPr lang="de-AT"/>
              <a:t>E2E Tests von Dorian (alt)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7D71F1-C808-78D5-480A-154B29C9B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267" y="1150865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/>
              <a:t>Geschrieben mit </a:t>
            </a:r>
            <a:r>
              <a:rPr lang="de-AT" err="1"/>
              <a:t>Playwright</a:t>
            </a:r>
            <a:endParaRPr lang="de-A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/>
              <a:t>Getestet wird die „</a:t>
            </a:r>
            <a:r>
              <a:rPr lang="de-AT" err="1"/>
              <a:t>public</a:t>
            </a:r>
            <a:r>
              <a:rPr lang="de-AT"/>
              <a:t> </a:t>
            </a:r>
            <a:r>
              <a:rPr lang="de-AT" err="1"/>
              <a:t>event</a:t>
            </a:r>
            <a:r>
              <a:rPr lang="de-AT"/>
              <a:t> </a:t>
            </a:r>
            <a:r>
              <a:rPr lang="de-AT" err="1"/>
              <a:t>page</a:t>
            </a:r>
            <a:r>
              <a:rPr lang="de-AT"/>
              <a:t>“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8885B22-9B0B-D0D7-E029-441683860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" y="1848465"/>
            <a:ext cx="4069433" cy="469108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C5403EA-8509-0778-AB2B-AF3A5A10A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46" y="44032"/>
            <a:ext cx="4535768" cy="358980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8B79B6B-5B35-F551-DDCC-7D600A55B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46" y="4003170"/>
            <a:ext cx="5542906" cy="2854830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18C4268D-6F44-7C64-DAB7-575BD1C915BA}"/>
              </a:ext>
            </a:extLst>
          </p:cNvPr>
          <p:cNvSpPr txBox="1"/>
          <p:nvPr/>
        </p:nvSpPr>
        <p:spPr>
          <a:xfrm>
            <a:off x="5133946" y="3633838"/>
            <a:ext cx="5542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/>
              <a:t>Neuen Tests nach dem letzten Stand der Applikation</a:t>
            </a:r>
          </a:p>
        </p:txBody>
      </p:sp>
    </p:spTree>
    <p:extLst>
      <p:ext uri="{BB962C8B-B14F-4D97-AF65-F5344CB8AC3E}">
        <p14:creationId xmlns:p14="http://schemas.microsoft.com/office/powerpoint/2010/main" val="3429854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8EA71F8-073B-0951-DBCA-FB321CC57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401" y="623499"/>
            <a:ext cx="5108226" cy="324454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88739C-1230-F457-3316-B8674FDA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Last Test von Marvin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DFCE13A-F4AB-BC1E-CA9F-47B7281B0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97" y="1474903"/>
            <a:ext cx="6061890" cy="305776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5F88C92-0702-02C4-4B68-7984A07AC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908" y="4343401"/>
            <a:ext cx="3753719" cy="227667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A9DAF32-9726-FFE5-6D69-B475625FD9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1" y="4532671"/>
            <a:ext cx="5565981" cy="296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7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18687C-B8F9-6536-EB57-89596D9D0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8" y="109960"/>
            <a:ext cx="3932237" cy="538223"/>
          </a:xfrm>
        </p:spPr>
        <p:txBody>
          <a:bodyPr/>
          <a:lstStyle/>
          <a:p>
            <a:r>
              <a:rPr lang="de-AT"/>
              <a:t>Last Test von Dorian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302A233-07BA-4FE8-7901-0DE62AB5D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0" y="0"/>
            <a:ext cx="5224515" cy="394771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B366CE2-545B-1997-61A2-3DEC46080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8" y="4957303"/>
            <a:ext cx="4858755" cy="1790737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E44DE5F-28C2-76EC-945F-66BABD41C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144" y="3312829"/>
            <a:ext cx="3292986" cy="167256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637856F-D6FC-052E-D94D-734DAA5EB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08" y="648183"/>
            <a:ext cx="4368983" cy="248109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5615A1C8-74F7-057C-628F-91C03D1764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0" y="5132764"/>
            <a:ext cx="5461363" cy="143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76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c9e71c-1a25-473c-9bae-02ec0a5e4ef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14458EF7BD3048BEB71791FF1FFB03" ma:contentTypeVersion="10" ma:contentTypeDescription="Ein neues Dokument erstellen." ma:contentTypeScope="" ma:versionID="3e5f80840bb1ae43b616eb6612400c7a">
  <xsd:schema xmlns:xsd="http://www.w3.org/2001/XMLSchema" xmlns:xs="http://www.w3.org/2001/XMLSchema" xmlns:p="http://schemas.microsoft.com/office/2006/metadata/properties" xmlns:ns3="12c9e71c-1a25-473c-9bae-02ec0a5e4ef8" targetNamespace="http://schemas.microsoft.com/office/2006/metadata/properties" ma:root="true" ma:fieldsID="a0480af5330bd4fbdc0cfcc756dc45d0" ns3:_="">
    <xsd:import namespace="12c9e71c-1a25-473c-9bae-02ec0a5e4ef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9e71c-1a25-473c-9bae-02ec0a5e4ef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0DEAA1-9ECC-46EC-B80F-899033296D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14FBE1-9394-4E5C-AAD6-1D35FA08B47E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  <ds:schemaRef ds:uri="12c9e71c-1a25-473c-9bae-02ec0a5e4ef8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E7C8651-16B0-47C7-966D-3F9D7D0F2471}">
  <ds:schemaRefs>
    <ds:schemaRef ds:uri="12c9e71c-1a25-473c-9bae-02ec0a5e4ef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Breitbild</PresentationFormat>
  <Paragraphs>28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</vt:lpstr>
      <vt:lpstr>PowerPoint-Präsentation</vt:lpstr>
      <vt:lpstr>Was ist Rallly?</vt:lpstr>
      <vt:lpstr>Application Overview</vt:lpstr>
      <vt:lpstr>Unit Test – Marvin</vt:lpstr>
      <vt:lpstr>Unit Test – Dorian</vt:lpstr>
      <vt:lpstr>Integration Test von Marvin</vt:lpstr>
      <vt:lpstr>Integration Test von Dorian</vt:lpstr>
      <vt:lpstr>E2E Tests von Marvin</vt:lpstr>
      <vt:lpstr>E2E Tests von Dorian (alt)</vt:lpstr>
      <vt:lpstr>Last Test von Marvin</vt:lpstr>
      <vt:lpstr>Last Test von Dorian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Aichinger Marvin</dc:creator>
  <cp:lastModifiedBy>Aichinger Marvin - s2410307001</cp:lastModifiedBy>
  <cp:revision>2</cp:revision>
  <dcterms:created xsi:type="dcterms:W3CDTF">2026-06-26T12:52:17Z</dcterms:created>
  <dcterms:modified xsi:type="dcterms:W3CDTF">2026-06-26T20:12:45Z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0x0101009214458EF7BD3048BEB71791FF1FFB03</vt:lpwstr>
  </property>
</Properties>
</file>